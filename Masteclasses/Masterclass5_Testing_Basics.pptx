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Software Testing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Testing basics &amp; types of testing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What is Software Testing?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Definition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The process of evaluating software to identify differences between expected and actual results, ensuring the product meets requirements and is free of defects.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🐛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Prevent Bugs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Find issues early in development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2860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97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Save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Fixing bugs later is 100x more expensive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User Satisfaction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Deliver quality products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2860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951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</a:rPr>
              <a:t>Build Confidence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Ensure system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Software Testing Life Cycle (STLC)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Understand 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Identify testable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91440" cy="27432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155448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Planning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Create test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effort &amp; resources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91440" cy="27432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51760" cy="155448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Write test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Prepare test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55448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3464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Environment Setup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Configure test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474720"/>
            <a:ext cx="91440" cy="27432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834640"/>
            <a:ext cx="2651760" cy="155448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283464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Execution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Run test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 defects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474720"/>
            <a:ext cx="91440" cy="27432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2834640"/>
            <a:ext cx="2651760" cy="155448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2834640"/>
            <a:ext cx="2651760" cy="45720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Closure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Analyze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Types of Testing: Functional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37160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individual components/functions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3200400" cy="3657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325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Testing a login() function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13716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interaction between 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3200400" cy="3657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Testing login + database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80360"/>
            <a:ext cx="1371600" cy="45720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complete system end-to-end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2926080"/>
            <a:ext cx="3200400" cy="3657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Testing entire application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03320"/>
            <a:ext cx="1371600" cy="45720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Acceptance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Validate business requirements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3749040"/>
            <a:ext cx="3200400" cy="3657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User acceptance testing (UAT)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Types of Testing: Non-Functional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Performance Testing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Metrics: Response time, throughput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Tools: JMeter, LoadRunner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4114800" cy="1645920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Security Testing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Metrics: Vulnerabilities, encryption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24028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Tools: OWASP ZAP, Burp Suite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Usability Testing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Metrics: User experience, ease of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Tools: User surveys, A/B 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4114800" cy="164592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Compatibility Testing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20640" y="356616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Metrics: Cross-browser, cross-platform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4069080"/>
            <a:ext cx="3749040" cy="36576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Tools: BrowserStack, Sauce Labs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Manual vs Automated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Manual Testing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Pros: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Exploratory testing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Usability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Ad-hoc scenarios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Cons: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Time-consuming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Human error prone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Not repeatable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Automated Testing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Pros: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011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Fast execution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Repeatable &amp; reliable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Regression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Cons: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Initial setup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Maintenance required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✗ Limited flexibility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QA Roles &amp; Responsibilities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QA Engineer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Key Responsibilities: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Create test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Execute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Report bugs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Test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Key Responsibilities: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Test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Team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Stakeholder communication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Automation Engineer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Key Responsibilities: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Write test scripts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Maintain frameworks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CI/CD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Performance Tester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064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Key Responsibilities: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840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Load testing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4069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Stress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297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Performance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2026-01-20T08:42:53Z</dcterms:created>
  <dcterms:modified xsi:type="dcterms:W3CDTF">2026-01-20T08:42:53Z</dcterms:modified>
</cp:coreProperties>
</file>