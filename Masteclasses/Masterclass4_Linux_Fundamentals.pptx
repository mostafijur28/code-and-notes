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Masterclass 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</a:rPr>
              <a:t>Linux Fundamentals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Essential commands &amp; shell basics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What is Linux?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Linux is an open-source operating system kernel used in servers, desktops, and embedded systems.
</a:t>
            </a:r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Over 90% of cloud infrastructure runs on Linux!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011680" cy="164592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🔓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Open Source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Free to use and modify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286000"/>
            <a:ext cx="2011680" cy="164592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974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Secure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Strong permission system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2011680" cy="164592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84632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Stable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Runs for years without reboot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286000"/>
            <a:ext cx="2011680" cy="164592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9516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Powerful CLI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Command-line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Essential Linux Commands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93192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731520" cy="301752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List directory contents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143000"/>
            <a:ext cx="4572000" cy="301752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1188720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 /home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8229600" cy="393192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581912"/>
            <a:ext cx="731520" cy="301752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581912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1627632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Change directory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1581912"/>
            <a:ext cx="4572000" cy="301752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16276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/var/log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75104"/>
            <a:ext cx="8229600" cy="393192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020824"/>
            <a:ext cx="731520" cy="301752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020824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2066544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Print working directory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2020824"/>
            <a:ext cx="4572000" cy="301752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2066544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414016"/>
            <a:ext cx="8229600" cy="393192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2459736"/>
            <a:ext cx="731520" cy="301752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459736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2505456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Create directory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0" y="2459736"/>
            <a:ext cx="4572000" cy="301752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2505456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projects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852928"/>
            <a:ext cx="8229600" cy="393192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2898648"/>
            <a:ext cx="731520" cy="301752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89864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2944368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Remove files/directories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31920" y="2898648"/>
            <a:ext cx="4572000" cy="301752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4023360" y="2944368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file.txt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291840"/>
            <a:ext cx="8229600" cy="393192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337560"/>
            <a:ext cx="731520" cy="301752"/>
          </a:xfrm>
          <a:prstGeom prst="round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33756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63040" y="3383280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Copy files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931920" y="3337560"/>
            <a:ext cx="4572000" cy="301752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4023360" y="3383280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source dest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730752"/>
            <a:ext cx="8229600" cy="393192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3776472"/>
            <a:ext cx="731520" cy="301752"/>
          </a:xfrm>
          <a:prstGeom prst="roundRect">
            <a:avLst/>
          </a:prstGeom>
          <a:solidFill>
            <a:srgbClr val="3498DB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776472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463040" y="3822192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Move/rename files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931920" y="3776472"/>
            <a:ext cx="4572000" cy="301752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45" name="Text 43"/>
          <p:cNvSpPr/>
          <p:nvPr/>
        </p:nvSpPr>
        <p:spPr>
          <a:xfrm>
            <a:off x="4023360" y="382219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old.txt new.txt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169664"/>
            <a:ext cx="8229600" cy="393192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47" name="Shape 45"/>
          <p:cNvSpPr/>
          <p:nvPr/>
        </p:nvSpPr>
        <p:spPr>
          <a:xfrm>
            <a:off x="548640" y="4215384"/>
            <a:ext cx="731520" cy="301752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215384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463040" y="4261104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Display file contents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931920" y="4215384"/>
            <a:ext cx="4572000" cy="301752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51" name="Text 49"/>
          <p:cNvSpPr/>
          <p:nvPr/>
        </p:nvSpPr>
        <p:spPr>
          <a:xfrm>
            <a:off x="4023360" y="4261104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file.txt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File System Navigation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92608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Linux Directory Structure: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(root)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home (user directories)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etc (configuration files)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 (variable data, logs)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usr (user programs)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bin (essential binaries)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tmp (temporary files)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opt (optional software)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92608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Navigation Tips: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~ refers to home directory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. refers to current directory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.. refers to parent directory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- refers to previous directory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Use Tab for auto-completion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246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Use arrow keys for command history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File Permissions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chmod: Change file permissions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10972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48840"/>
            <a:ext cx="457200" cy="45720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2194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Read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Value: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View file contents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011680"/>
            <a:ext cx="2651760" cy="10972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148840"/>
            <a:ext cx="457200" cy="45720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0" y="2194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Write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24688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Value: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Modify file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011680"/>
            <a:ext cx="2651760" cy="10972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148840"/>
            <a:ext cx="457200" cy="45720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49440" y="2194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Execute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4688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Value: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Run as program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8229600" cy="73152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29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chmod 755 script.sh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Owner: rwx (7), Group: r-x (5), Others: r-x (5)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Text Processing Commands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212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37360" y="1188720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Search text patterns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143000"/>
            <a:ext cx="4297680" cy="429768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234440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'error' log.txt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8229600" cy="5212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55648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1755648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Stream editor for text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709928"/>
            <a:ext cx="4297680" cy="429768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80136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's/old/new/g' file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31136"/>
            <a:ext cx="8229600" cy="5212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22576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37360" y="2322576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Text processing language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2276856"/>
            <a:ext cx="4297680" cy="429768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2368296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awk '{print $1}'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98064"/>
            <a:ext cx="8229600" cy="5212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89504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37360" y="2889504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Sort lines of text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06240" y="2843784"/>
            <a:ext cx="4297680" cy="429768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2935224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file.txt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64992"/>
            <a:ext cx="8229600" cy="5212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456432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737360" y="3456432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Remove duplicate lines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06240" y="3410712"/>
            <a:ext cx="4297680" cy="429768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3502152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 file.txt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5212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23360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4023360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Word, line, byte count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06240" y="3977640"/>
            <a:ext cx="4297680" cy="429768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0" y="4069080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 -l file.txt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2026-01-20T08:40:24Z</dcterms:created>
  <dcterms:modified xsi:type="dcterms:W3CDTF">2026-01-20T08:40:24Z</dcterms:modified>
</cp:coreProperties>
</file>