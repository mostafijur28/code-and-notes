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Masterclass 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</a:rPr>
              <a:t>Database Fundamentals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SQL &amp; NoSQL | Joins, Queries, Aggregates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What is a Database?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</a:rPr>
              <a:t>Definition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An organized collection of structured data stored electronically for efficient retrieval, management, and updates.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Key Features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Persistent storage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Data integrity &amp; consistency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Concurrent access control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Query capabilities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3931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1945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Common Use Cases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E-commerce transactions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Customer relationship mgmt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Inventory management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• Data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SQL vs NoSQL Databases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10896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SQL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Structure: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Relational, table-based with fixed schema
</a:t>
            </a:r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Examples: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MySQL, PostgreSQL, Oracle, SQL Server
</a:t>
            </a:r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Best For: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Complex queries, transactions, structured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310896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NoSQL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066"/>
                </a:solidFill>
              </a:rPr>
              <a:t>Structure: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Flexible schema, document/key-value/graph
</a:t>
            </a:r>
            <a:pPr indent="0" marL="0">
              <a:buNone/>
            </a:pPr>
            <a:r>
              <a:rPr lang="en-US" sz="1400" b="1" dirty="0">
                <a:solidFill>
                  <a:srgbClr val="FFE066"/>
                </a:solidFill>
              </a:rPr>
              <a:t>Examples: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MongoDB, Cassandra, Redis, Neo4j
</a:t>
            </a:r>
            <a:pPr indent="0" marL="0">
              <a:buNone/>
            </a:pPr>
            <a:r>
              <a:rPr lang="en-US" sz="1400" b="1" dirty="0">
                <a:solidFill>
                  <a:srgbClr val="FFE066"/>
                </a:solidFill>
              </a:rPr>
              <a:t>Best For: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Scalability, unstructured data, rapid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SQL Basics: Core Operations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914400" cy="27432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3736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Retrieve data from database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7863840" cy="27432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3619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column1, column2 FROM table_name WHERE condition;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3152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011680"/>
            <a:ext cx="914400" cy="27432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INSERT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Add new records to table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331720"/>
            <a:ext cx="7863840" cy="27432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5915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table_name (col1, col2) VALUES (val1, val2);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73152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834640"/>
            <a:ext cx="914400" cy="274320"/>
          </a:xfrm>
          <a:prstGeom prst="round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Modify existing records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154680"/>
            <a:ext cx="7863840" cy="27432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8211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table_name SET col1 = val1 WHERE condition;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8229600" cy="73152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657600"/>
            <a:ext cx="914400" cy="27432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DELETE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3736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Remove records from table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977640"/>
            <a:ext cx="7863840" cy="27432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00507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table_name WHERE condition;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SQL Joins: Combining Tables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64592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</a:rPr>
              <a:t>INNER JOIN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Returns matching records from both tables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749040" cy="54864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 INNER JOIN B ON A.id = B.id;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4114800" cy="164592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LEFT JOIN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All records from left table + matching from right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2011680"/>
            <a:ext cx="3749040" cy="54864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103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 LEFT JOIN B ON A.id = B.id;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114800" cy="164592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</a:rPr>
              <a:t>RIGHT JOIN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All records from right table + matching from left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3749040" cy="54864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 RIGHT JOIN B ON A.id = B.id;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926080"/>
            <a:ext cx="4114800" cy="164592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</a:rPr>
              <a:t>FULL OUTER JOIN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3383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All records from both tables (matched or not)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3840480"/>
            <a:ext cx="3749040" cy="54864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A FULL OUTER JOIN B ON A.id = B.id;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Aggregate Functions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Perform calculations on multiple rows and return a single value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517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2286000" cy="32004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COUNT()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Returns number of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517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828800"/>
            <a:ext cx="2286000" cy="32004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SUM()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Total of numeric values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517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828800"/>
            <a:ext cx="2286000" cy="320040"/>
          </a:xfrm>
          <a:prstGeom prst="roundRect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AVG()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Average of values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26517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743200"/>
            <a:ext cx="2286000" cy="32004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MAX()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Maximum value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651760"/>
            <a:ext cx="26517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743200"/>
            <a:ext cx="2286000" cy="32004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MIN()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3108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Minimum value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651760"/>
            <a:ext cx="265176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743200"/>
            <a:ext cx="2286000" cy="320040"/>
          </a:xfrm>
          <a:prstGeom prst="roundRect">
            <a:avLst/>
          </a:prstGeom>
          <a:solidFill>
            <a:srgbClr val="16A085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GROUP BY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3108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Groups rows by column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8229600" cy="640080"/>
          </a:xfrm>
          <a:prstGeom prst="round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7490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</a:rPr>
              <a:t>Example Query: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department, COUNT(*), AVG(salary) FROM employees GROUP BY department;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NoSQL Database Types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82880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Document Store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Stores data in JSON-like documents with flexible schemas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749040" cy="36576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Examples: MongoDB, CouchDB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Great for hierarchical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4114800" cy="182880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Key-Value Store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Simple data model using unique keys to access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2103120"/>
            <a:ext cx="3749040" cy="36576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Examples: Redis, DynamoDB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560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Extremely fast for caching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114800" cy="182880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Column-Family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Stores data in column families for efficient querying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749040" cy="36576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Examples: Cassandra, HBase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Ideal for distributed systems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3108960"/>
            <a:ext cx="4114800" cy="182880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Graph Database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2064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Stores data as nodes and relationships between them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20640" y="4114800"/>
            <a:ext cx="3749040" cy="36576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Examples: Neo4j, ArangoDB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4572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Perfect for social networks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Query Optimization 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91440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74320" cy="2743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</a:rPr>
              <a:t>Use Indexes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Create indexes on frequently queried columns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4114800" cy="91440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1417320"/>
            <a:ext cx="274320" cy="2743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417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234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Select Specific Columns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Avoid SELECT * — only retrieve what you need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4114800" cy="91440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9B59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14600"/>
            <a:ext cx="274320" cy="2743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</a:rPr>
              <a:t>Limit Result Sets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Use LIMIT clause to restrict returned rows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194560"/>
            <a:ext cx="4114800" cy="91440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51460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Avoid N+1 Queries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Use JOINs instead of multiple queries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4114800" cy="91440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61188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Use WHERE Wisely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Filter early to reduce dataset size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291840"/>
            <a:ext cx="4114800" cy="914400"/>
          </a:xfrm>
          <a:prstGeom prst="roundRect">
            <a:avLst/>
          </a:prstGeom>
          <a:solidFill>
            <a:srgbClr val="F0F4F8"/>
          </a:solidFill>
          <a:ln w="38100">
            <a:solidFill>
              <a:srgbClr val="16A08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0" y="3611880"/>
            <a:ext cx="274320" cy="274320"/>
          </a:xfrm>
          <a:prstGeom prst="ellipse">
            <a:avLst/>
          </a:prstGeom>
          <a:solidFill>
            <a:srgbClr val="16A085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</a:rPr>
              <a:t>Analyze Query Plans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Use EXPLAIN to optimize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Practice Exercises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</a:rPr>
              <a:t>Exercise 1: Basic SELECT Query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Write a query to retrieve all customers from New York with orders above $500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Exercise 2: JOIN Practice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Combine Orders and Customers tables to show customer names with their order totals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</a:rPr>
              <a:t>Exercise 3: Aggregation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Calculate the average order value per customer and group by customer region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</a:rPr>
              <a:t>Exercise 4: NoSQL 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Design a MongoDB document structure for a blog with posts, comments, and authors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2026-01-20T08:38:50Z</dcterms:created>
  <dcterms:modified xsi:type="dcterms:W3CDTF">2026-01-20T08:38:50Z</dcterms:modified>
</cp:coreProperties>
</file>