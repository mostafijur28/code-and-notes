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6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SDLC &amp; STLC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Software Development &amp; Testing Life Cycles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Software Development Life Cycle (SDLC)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SDLC is a structured approach to software development with defined phases and deliverables.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011680" cy="109728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Planning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Define scope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Feasibility study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Project plan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2011680" cy="109728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Requirements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Gather needs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Document specs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9718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SRS document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2011680" cy="109728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UI/UX design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Design docs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2103120"/>
            <a:ext cx="2011680" cy="109728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Write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Build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97180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Working software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3383280"/>
            <a:ext cx="2011680" cy="109728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Find bugs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Validate quality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42519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Test reports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383280"/>
            <a:ext cx="2011680" cy="109728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Release software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42519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Live system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3383280"/>
            <a:ext cx="2011680" cy="1097280"/>
          </a:xfrm>
          <a:prstGeom prst="roundRect">
            <a:avLst/>
          </a:prstGeom>
          <a:solidFill>
            <a:srgbClr val="3498DB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7. Maintenance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Fix issues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Add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42519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Updates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SDLC Models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4572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Waterfall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Simple, well-documented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Inflexible, late testing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Use: Fixed requirements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097280"/>
            <a:ext cx="411480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Flexible, frequent releases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Less predictable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Use: Changing requirements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4114800" cy="45720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V-Model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Testing at each phase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Rigid structure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Use: Safety-critical systems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41148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2926080"/>
            <a:ext cx="4114800" cy="45720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Spiral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✓ Risk-driven, iterative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Complex, expensive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Use: Large, risky projects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Agile Methodology Deep Dive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Agile Principles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Working software over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Customer collaboration over contracts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Responding to change over plans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Individuals over processes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Continuous improvement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Sustainable development pace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92608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Scrum Framework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Sprint: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2-4 week iteration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Daily Standup: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15-min team sync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Sprint Planning: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Define sprint goals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Sprint Review: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Demo completed 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Retrospective: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Team improvement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Product Backlog: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Prioritized features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Testing in SDLC Phases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1148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Requirements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Testability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41148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Design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Test planning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97280"/>
            <a:ext cx="2651760" cy="41148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Unit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Code 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5176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2651760" cy="41148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Testing Phase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Integration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System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5176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834640"/>
            <a:ext cx="2651760" cy="41148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429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Smoke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Sanity testing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51760" cy="15544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834640"/>
            <a:ext cx="2651760" cy="41148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Maintenance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429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Regression testing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Patch testing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Defect Life Cycle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645920"/>
            <a:ext cx="914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371600"/>
            <a:ext cx="2011680" cy="73152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Assigned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645920"/>
            <a:ext cx="914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371600"/>
            <a:ext cx="2011680" cy="73152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914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371600"/>
            <a:ext cx="2011680" cy="73152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Fixed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011680" cy="731520"/>
          </a:xfrm>
          <a:prstGeom prst="roundRect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914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2468880"/>
            <a:ext cx="2011680" cy="73152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914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468880"/>
            <a:ext cx="2011680" cy="73152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Closed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43200"/>
            <a:ext cx="914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2468880"/>
            <a:ext cx="2011680" cy="7315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Reopened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Note: Defects can be reopened if the fix doesn't resolve the issue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2026-01-20T08:42:53Z</dcterms:created>
  <dcterms:modified xsi:type="dcterms:W3CDTF">2026-01-20T08:42:53Z</dcterms:modified>
</cp:coreProperties>
</file>