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Masterclass 7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AA"/>
                </a:solidFill>
              </a:rPr>
              <a:t>Testing Levels &amp; Methodologies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Unit, Integration, System, Acceptance | Waterfall, Agile, V-Model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Testing Levels Pyramid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54864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3383280" y="2971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Unit Tests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32186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70% - Fast, isolated, many tests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2286000"/>
            <a:ext cx="4572000" cy="54864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23317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Integration Tests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57860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20% - Module interactions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1645920"/>
            <a:ext cx="6400800" cy="548640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169164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System Tests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938528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7% - End-to-end scenarios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005840"/>
            <a:ext cx="8229600" cy="54864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051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UI/Acceptance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129844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3% - User workflows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Unit Testing Deep Dive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92608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What is Unit Testing?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Testing individual units/components in isolation to verify they work correctly.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</a:rPr>
              <a:t>Characteristics: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Fast execution (&lt;100ms)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Isolated from dependencies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Automated &amp; repeatable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High code coverage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292608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Unit Test Example (Jest):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test('adds numbers',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expect(add(2, 3))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.toBe(5);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expect(add(-1, 1))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.toBe(0);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Integration Testing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</a:rPr>
              <a:t>Big Bang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Test all modules together at once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✓ Quick to setup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✗ Hard to debug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41148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Top-Down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Test from top modules downward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✓ Early prototype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✗ Need stubs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1148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</a:rPr>
              <a:t>Bottom-Up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Test from bottom modules upward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✓ No stubs needed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✗ Late integration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926080"/>
            <a:ext cx="41148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</a:rPr>
              <a:t>Sandwich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2064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Combination of top-down &amp; bottom-up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3840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✓ Balanced approach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✗ More complex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System &amp; Acceptance Testing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System Testing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Complete end-to-end testing of the entire application in an environment that mimics production.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</a:rPr>
              <a:t>Focus: Functionality, performance, security, compatibility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64592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Acceptance Testing (UAT)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Validation by end users to ensure the system meets business requirements and is ready for deployment.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</a:rPr>
              <a:t>Types: Alpha testing, Beta testing, Contract acceptance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</a:rPr>
              <a:t>Who: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QA Team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End Users / Client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When: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After 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Before release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Environment: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Test environment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Production-like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Focus: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Technical 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Business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V-Model in Detail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V-Model: Verification &amp; Validation Model (Every development phase has a corresponding testing phase)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286000" cy="45720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Requirements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2286000" cy="457200"/>
          </a:xfrm>
          <a:prstGeom prst="roundRect">
            <a:avLst/>
          </a:prstGeom>
          <a:solidFill>
            <a:srgbClr val="0066CC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920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6CC"/>
                </a:solidFill>
              </a:rPr>
              <a:t>Acceptance Testing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057400"/>
            <a:ext cx="3657600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2286000" cy="45720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 Design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468880"/>
            <a:ext cx="2286000" cy="457200"/>
          </a:xfrm>
          <a:prstGeom prst="roundRect">
            <a:avLst/>
          </a:prstGeom>
          <a:solidFill>
            <a:srgbClr val="00D4AA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System Testing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2697480"/>
            <a:ext cx="36576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" y="3108960"/>
            <a:ext cx="2286000" cy="457200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108960"/>
            <a:ext cx="2286000" cy="457200"/>
          </a:xfrm>
          <a:prstGeom prst="roundRect">
            <a:avLst/>
          </a:prstGeom>
          <a:solidFill>
            <a:srgbClr val="9B59B6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Integration Testing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3337560"/>
            <a:ext cx="3657600" cy="0"/>
          </a:xfrm>
          <a:prstGeom prst="line">
            <a:avLst/>
          </a:prstGeom>
          <a:noFill/>
          <a:ln w="12700">
            <a:solidFill>
              <a:srgbClr val="9B59B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57200" y="3749040"/>
            <a:ext cx="2286000" cy="45720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 Design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2286000" cy="457200"/>
          </a:xfrm>
          <a:prstGeom prst="roundRect">
            <a:avLst/>
          </a:prstGeom>
          <a:solidFill>
            <a:srgbClr val="F39C12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Unit Testing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0" y="3977640"/>
            <a:ext cx="365760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657600" y="4114800"/>
            <a:ext cx="1828800" cy="45720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374904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CODING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Common QA Interview Questions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</a:rPr>
              <a:t>Q1: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What is the difference between verification and validation?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4572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Q2: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Explain black box vs white box testing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4572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</a:rPr>
              <a:t>Q3: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What is regression testing and when is it performed?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4572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Q4: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Describe the bug life cycle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4572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74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Q5: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What are the different severity and priority levels?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23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Q6: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Explain test coverage and test case design techniques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2026-01-20T08:42:53Z</dcterms:created>
  <dcterms:modified xsi:type="dcterms:W3CDTF">2026-01-20T08:42:53Z</dcterms:modified>
</cp:coreProperties>
</file>