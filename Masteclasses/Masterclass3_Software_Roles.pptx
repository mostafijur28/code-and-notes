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Masterclass 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</a:rPr>
              <a:t>Software Engineering Roles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Understanding roles in tech | Amazon insights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Software Engineering Roles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</a:rPr>
              <a:t>Software Engineer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Design, develop, and maintain software applications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Skills: Coding, algorithms, system 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</a:rPr>
              <a:t>Frontend Engineer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Build user interfaces and client-side applications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Skills: HTML, CSS, JavaScript, React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</a:rPr>
              <a:t>Backend Engineer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Develop server-side logic and APIs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Skills: Databases, APIs, server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</a:rPr>
              <a:t>Full Stack Engineer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Work on both frontend and backend systems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Key Skills: Complete application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Amazon Engineering Levels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0066CC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1188720" cy="45720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SDE 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280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0-3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Individual contributions, feature 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</a:rPr>
              <a:t>$110k-$160k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31520"/>
          </a:xfrm>
          <a:prstGeom prst="roundRect">
            <a:avLst/>
          </a:prstGeom>
          <a:solidFill>
            <a:srgbClr val="00D4AA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057400"/>
            <a:ext cx="1188720" cy="457200"/>
          </a:xfrm>
          <a:prstGeom prst="round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SDE 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1168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3-5 years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Technical leadership, system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103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</a:rPr>
              <a:t>$150k-$220k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731520"/>
          </a:xfrm>
          <a:prstGeom prst="roundRect">
            <a:avLst/>
          </a:prstGeom>
          <a:solidFill>
            <a:srgbClr val="9B59B6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80360"/>
            <a:ext cx="1188720" cy="457200"/>
          </a:xfrm>
          <a:prstGeom prst="roundRect">
            <a:avLst/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SDE III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5-8 years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Architecture decisions, mentoring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$200k-$300k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8229600" cy="731520"/>
          </a:xfrm>
          <a:prstGeom prst="roundRect">
            <a:avLst/>
          </a:prstGeom>
          <a:solidFill>
            <a:srgbClr val="F39C12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3703320"/>
            <a:ext cx="1188720" cy="457200"/>
          </a:xfrm>
          <a:prstGeom prst="round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Principal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3749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8+ years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Organization-wide technical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3749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$300k+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Specialized Engineering Roles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DevOps Engineer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CI/CD, infrastructure automation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749040" cy="5943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Tools &amp; Technologies: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Docker, Kubernetes, Jenkins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</a:rPr>
              <a:t>Data Engineer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Data pipelines, ETL processes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3749040" cy="5943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240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Tools &amp; Technologies: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Spark, Airflow, 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98DB"/>
                </a:solidFill>
              </a:rPr>
              <a:t>ML Engineer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Machine learning model deployment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3749040" cy="5943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519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Tools &amp; Technologies: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80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TensorFlow, PyTorch, MLOps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108960"/>
            <a:ext cx="4114800" cy="1828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291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</a:rPr>
              <a:t>Security Engineer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20640" y="3703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Application and infrastructure security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4160520"/>
            <a:ext cx="3749040" cy="59436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42519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Tools &amp; Technologies: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4480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Penetration testing, encryption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Amazon Leadership Principles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Customer Obsession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Ownership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Invent and Simplify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Learn and Be Curious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Hire and Develop the Best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Insist on Highest Standards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Think Big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4688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Bias for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4688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606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Frugality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Earn Trust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Dive Deep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291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Have Backbone; Disagree and Commit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77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Deliver Results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3840480"/>
            <a:ext cx="2651760" cy="594360"/>
          </a:xfrm>
          <a:prstGeom prst="roundRect">
            <a:avLst/>
          </a:prstGeom>
          <a:solidFill>
            <a:srgbClr val="0066CC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0" y="3977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</a:rPr>
              <a:t>Strive to be Earth's Best Employer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66CC"/>
                </a:solidFill>
              </a:rPr>
              <a:t>Career Path Progression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Masterclass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2926080"/>
          </a:xfrm>
          <a:prstGeom prst="round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1371600"/>
            <a:ext cx="137160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Junior Engineer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Learn fundamentals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Code reviews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Mentorship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1691640"/>
            <a:ext cx="182880" cy="18288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2103120"/>
            <a:ext cx="137160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21945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Mid-Level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468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Feature ownership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System design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Technical decisions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2423160"/>
            <a:ext cx="182880" cy="18288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2834640"/>
            <a:ext cx="137160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926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Senior Engineer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Mentoring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Cross-team impact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182880" cy="182880"/>
          </a:xfrm>
          <a:prstGeom prst="rightArrow">
            <a:avLst/>
          </a:prstGeom>
          <a:solidFill>
            <a:srgbClr val="00D4A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3566160"/>
            <a:ext cx="137160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657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Staff/Principal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9319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Strategic direction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Org-wide influence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Technical leadership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2026-01-20T08:40:24Z</dcterms:created>
  <dcterms:modified xsi:type="dcterms:W3CDTF">2026-01-20T08:40:24Z</dcterms:modified>
</cp:coreProperties>
</file>